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Academic Record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In-Memory Dictionary &amp; File Handling Approach</a:t>
            </a:r>
          </a:p>
          <a:p/>
          <a:p>
            <a:r>
              <a:t>Presented by: Lakshit Vashishtha, 6th Semester, B.Tech, RTU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local departmental student records (Roll No, Name, Branch, CGPA) on paper is inefficient.</a:t>
            </a:r>
          </a:p>
          <a:p>
            <a:r>
              <a:t>Heavy databases (like SQL) are over-engineered for simple, local faculty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lightweight, menu-driven CRUD (Create, Read, Update, Delete) application.</a:t>
            </a:r>
          </a:p>
          <a:p>
            <a:r>
              <a:t>To demonstrate the efficiency of Python Dictionaries for O(1) fast searching.</a:t>
            </a:r>
          </a:p>
          <a:p>
            <a:r>
              <a:t>To ensure persistent data storage using text-based File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Logic: while loops for menus, if-elif for control flow.</a:t>
            </a:r>
          </a:p>
          <a:p>
            <a:r>
              <a:t>Data Structure: Dictionary with Roll Number as the unique primary key.</a:t>
            </a:r>
          </a:p>
          <a:p>
            <a:r>
              <a:t>Storage: .txt file using .split(',') and .join() string operations to simulate a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new student records dynamically.</a:t>
            </a:r>
          </a:p>
          <a:p>
            <a:r>
              <a:t>View all records in a formatted tabular layout.</a:t>
            </a:r>
          </a:p>
          <a:p>
            <a:r>
              <a:t>Instant search and deletion using Dictionary key lookups.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created a zero-dependency, standard-library-only management system perfect for local departmental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